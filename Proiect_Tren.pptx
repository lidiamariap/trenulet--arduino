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6218-0B9C-8F8B-19B2-291F637A6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CD6470-608F-AB16-AAA0-D42E9BD4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1233E-9B35-427E-9268-48CD8F93295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7C2AA-6F74-6058-7AFB-C7079B0C0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AAA0B-F928-A68E-8523-7EE66938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2893A-B798-4B4A-9A70-3E687E2F0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6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91CB0-062A-2294-59FF-4B254569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ACC4B-EF52-1F71-060B-BFFFD6C3C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1A2CE-93E0-D84F-4333-007EB73F5E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1233E-9B35-427E-9268-48CD8F93295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F64A1-153C-CCFB-1993-284CE7B6A1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7EB4B-8A8C-7D32-4F5C-9767D978F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2893A-B798-4B4A-9A70-3E687E2F0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18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D98966A-B22C-4F2F-B559-CD5683C9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5400">
                <a:latin typeface="Algerian" panose="04020705040A02060702" pitchFamily="82" charset="0"/>
              </a:rPr>
              <a:t>SISTEM DE CONTROL FEROVIAR</a:t>
            </a:r>
            <a:endParaRPr lang="en-US" sz="5400" dirty="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82CF20-62EB-5AE2-52A9-813866E672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2C368F-808B-CED0-BFF1-C5BC6FB0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6288D-83A0-3EFB-2A21-7EE1A580D6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5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788A44D-CADD-27B5-11ED-AAEEF95C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99A35A-BCAB-6AF3-086E-184804B622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36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766B5F-5BE6-979D-4A8F-7C87CCAF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63703-C36B-F614-D463-B1A6FDB61C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1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A756ADE-CEFD-D60C-9F26-C004073FE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89545-78DC-9713-BEBB-68EDC7D193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95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39684DE-EE10-7AF2-A9F2-025CB95F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F80956-87EB-2928-3D49-26E658F2D1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28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Algerian</vt:lpstr>
      <vt:lpstr>Aptos</vt:lpstr>
      <vt:lpstr>Aptos Display</vt:lpstr>
      <vt:lpstr>Arial</vt:lpstr>
      <vt:lpstr>Office Theme</vt:lpstr>
      <vt:lpstr>SISTEM DE CONTROL FEROVIAR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Lidia-Maria Paicu</dc:creator>
  <cp:lastModifiedBy>Lidia-Maria Paicu</cp:lastModifiedBy>
  <cp:revision>1</cp:revision>
  <dcterms:created xsi:type="dcterms:W3CDTF">2026-06-08T11:32:38Z</dcterms:created>
  <dcterms:modified xsi:type="dcterms:W3CDTF">2026-06-08T11:32:38Z</dcterms:modified>
</cp:coreProperties>
</file>